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12"/>
  </p:notesMasterIdLst>
  <p:handoutMasterIdLst>
    <p:handoutMasterId r:id="rId13"/>
  </p:handoutMasterIdLst>
  <p:sldIdLst>
    <p:sldId id="2147482940" r:id="rId2"/>
    <p:sldId id="2147482924" r:id="rId3"/>
    <p:sldId id="2147482942" r:id="rId4"/>
    <p:sldId id="2147482943" r:id="rId5"/>
    <p:sldId id="2147482944" r:id="rId6"/>
    <p:sldId id="2147482945" r:id="rId7"/>
    <p:sldId id="2147482946" r:id="rId8"/>
    <p:sldId id="2147482947" r:id="rId9"/>
    <p:sldId id="2147482948" r:id="rId10"/>
    <p:sldId id="2147482926" r:id="rId11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6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/>
    <p:restoredTop sz="71922" autoAdjust="0"/>
  </p:normalViewPr>
  <p:slideViewPr>
    <p:cSldViewPr snapToGrid="0" snapToObjects="1">
      <p:cViewPr varScale="1">
        <p:scale>
          <a:sx n="59" d="100"/>
          <a:sy n="59" d="100"/>
        </p:scale>
        <p:origin x="558" y="4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xmlns="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20096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27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3987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2103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xmlns="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xmlns="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xmlns="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xmlns="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xmlns="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xmlns="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xmlns="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xmlns="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xmlns="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xmlns="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xmlns="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xmlns="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xmlns="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xmlns="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xmlns="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xmlns="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xmlns="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xmlns="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xmlns="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xmlns="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xmlns="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xmlns="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xmlns="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xmlns="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xmlns="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xmlns="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xmlns="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xmlns="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xmlns="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xmlns="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xmlns="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xmlns="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xmlns="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xmlns="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xmlns="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xmlns="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xmlns="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xmlns="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xmlns="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xmlns="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xmlns="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xmlns="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xmlns="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xmlns="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xmlns="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xmlns="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xmlns="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xmlns="" id="{00A530A6-2F26-DA70-D0D9-6DD90453CEC1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xmlns="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xmlns="" id="{9C5483A0-0E31-72CE-21C3-6248FAEBC09A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xmlns="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xmlns="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xmlns="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xmlns="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xmlns="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xmlns="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xmlns="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xmlns="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xmlns="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xmlns="" id="{B5CBE6E3-0E18-8A57-578D-D314948AF14F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xmlns="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xmlns="" id="{52FF3B59-8BBA-8C99-9D4D-743723E434FC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xmlns="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xmlns="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xmlns="" id="{47200B05-7E36-4E03-3739-0BA983764616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xmlns="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xmlns="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xmlns="" id="{252CDB94-BA57-B58F-95F0-D406FE34BB40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xmlns="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xmlns="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xmlns="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xmlns="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xmlns="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xmlns="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xmlns="" id="{F764036E-86AB-0893-B72B-200B84A6BCF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xmlns="" id="{B87B78A1-A315-98D3-1692-18AAAF4C6002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xmlns="" id="{4F455E69-0B51-1D31-E569-651079398D3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xmlns="" id="{54C560F4-CB2D-6B04-588B-57BB4D4E6DC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xmlns="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xmlns="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xmlns="" id="{F764036E-86AB-0893-B72B-200B84A6BCFD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xmlns="" id="{B87B78A1-A315-98D3-1692-18AAAF4C6002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xmlns="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xmlns="" id="{4F455E69-0B51-1D31-E569-651079398D3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xmlns="" id="{54C560F4-CB2D-6B04-588B-57BB4D4E6DC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xmlns="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xmlns="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xmlns="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xmlns="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xmlns="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xmlns="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xmlns="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xmlns="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xmlns="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xmlns="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xmlns="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xmlns="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xmlns="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xmlns="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xmlns="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xmlns="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xmlns="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xmlns="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xmlns="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xmlns="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xmlns="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xmlns="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xmlns="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xmlns="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6F397CE-182E-F598-FF86-5763C165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576072"/>
            <a:ext cx="11824475" cy="1525588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QAMP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US" sz="6600" dirty="0">
                <a:latin typeface="+mj-lt"/>
              </a:rPr>
              <a:t/>
            </a:r>
            <a:br>
              <a:rPr lang="en-US" sz="6600" dirty="0">
                <a:latin typeface="+mj-lt"/>
              </a:rPr>
            </a:b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based selection of error mitigation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for Zero Noise Extrapolation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#56</a:t>
            </a:r>
            <a:r>
              <a:rPr lang="en-US" sz="6600" b="1" dirty="0"/>
              <a:t/>
            </a:r>
            <a:br>
              <a:rPr lang="en-US" sz="6600" b="1" dirty="0"/>
            </a:b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/>
              <a:t/>
            </a:r>
            <a:br>
              <a:rPr lang="en-US" sz="6600" dirty="0"/>
            </a:br>
            <a:endParaRPr lang="en-US" sz="6600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xmlns="" id="{BB99810A-CC4C-3160-2856-E86BB65B55E6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9522732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Speaker name</a:t>
            </a:r>
            <a:r>
              <a:rPr lang="en-US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Abdullah K</a:t>
            </a:r>
          </a:p>
          <a:p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member: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Deenathayalan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Mentors: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Ritajit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Majumdar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Dr. </a:t>
            </a:r>
            <a:r>
              <a:rPr lang="en-US" sz="28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Anupama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Roy</a:t>
            </a:r>
            <a:endParaRPr lang="en-US" sz="28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rgbClr val="000000"/>
              </a:solidFill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14" name="Picture Placeholder 13" descr="A person sitting at a table with a computer&#10;&#10;AI-generated content may be incorrect.">
            <a:extLst>
              <a:ext uri="{FF2B5EF4-FFF2-40B4-BE49-F238E27FC236}">
                <a16:creationId xmlns:a16="http://schemas.microsoft.com/office/drawing/2014/main" xmlns="" id="{4EBB1B6A-C4FD-AE53-82F7-818FEB09B37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9225" t="-49" r="25545" b="49"/>
          <a:stretch>
            <a:fillRect/>
          </a:stretch>
        </p:blipFill>
        <p:spPr>
          <a:xfrm>
            <a:off x="12762103" y="685637"/>
            <a:ext cx="11049000" cy="12574587"/>
          </a:xfrm>
        </p:spPr>
      </p:pic>
      <p:pic>
        <p:nvPicPr>
          <p:cNvPr id="2" name="Picture 1" descr="A blue circle with black text and black text&#10;&#10;AI-generated content may be incorrect.">
            <a:extLst>
              <a:ext uri="{FF2B5EF4-FFF2-40B4-BE49-F238E27FC236}">
                <a16:creationId xmlns:a16="http://schemas.microsoft.com/office/drawing/2014/main" xmlns="" id="{663410AD-CD4F-91D7-C87B-17C7D89ED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6702" y="2578690"/>
            <a:ext cx="2271606" cy="2271606"/>
          </a:xfrm>
          <a:prstGeom prst="ellipse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375153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1F0C6C-7A26-8320-6127-63F487FC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005275F8-D07F-A78B-55E4-F76D77E85BA4}"/>
              </a:ext>
            </a:extLst>
          </p:cNvPr>
          <p:cNvSpPr txBox="1"/>
          <p:nvPr/>
        </p:nvSpPr>
        <p:spPr>
          <a:xfrm>
            <a:off x="6673763" y="576890"/>
            <a:ext cx="8568212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 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F1FC24-9D68-46D2-9433-F5505FEE3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38839"/>
            <a:ext cx="123432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7175" cy="1368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831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22C9104-3D57-ED31-2A84-EE9A0C6959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4115713" y="12938125"/>
            <a:ext cx="271462" cy="247650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7175" cy="1376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805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4387175" cy="1381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1365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80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262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24387175" cy="137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3238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7175" cy="1381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523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4387175" cy="1376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748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95502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6031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black text and black text&#10;&#10;AI-generated content may be incorrect.">
            <a:extLst>
              <a:ext uri="{FF2B5EF4-FFF2-40B4-BE49-F238E27FC236}">
                <a16:creationId xmlns:a16="http://schemas.microsoft.com/office/drawing/2014/main" xmlns="" id="{81B31AB2-A7BE-5410-8BCA-6791EF78B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811" y="4365458"/>
            <a:ext cx="4343400" cy="4343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705474" y="9095874"/>
            <a:ext cx="5101389" cy="1299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algn="ctr" defTabSz="2438400">
              <a:spcBef>
                <a:spcPts val="2900"/>
              </a:spcBef>
              <a:buSzPct val="100000"/>
            </a:pPr>
            <a:r>
              <a:rPr lang="en-US" sz="66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IBM Plex Sans Light"/>
              </a:rPr>
              <a:t>THANK YOU</a:t>
            </a:r>
            <a:endParaRPr lang="en-US" sz="6600" kern="0" dirty="0" smtClean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9922205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8487</TotalTime>
  <Words>18</Words>
  <Application>Microsoft Office PowerPoint</Application>
  <PresentationFormat>Custom</PresentationFormat>
  <Paragraphs>18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IBM Plex Sans</vt:lpstr>
      <vt:lpstr>IBM Plex Sans ExtLt</vt:lpstr>
      <vt:lpstr>IBM Plex Sans Light</vt:lpstr>
      <vt:lpstr>Times New Roman</vt:lpstr>
      <vt:lpstr>IBM presentation template</vt:lpstr>
      <vt:lpstr>QAMP 2025 Reinforcement learning based selection of error mitigation parameters for Zero Noise Extrapolation  #56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QAMP 2025 Reinforcement learning based selection of error mitigation parameters for Zero Noise Extrapolation  #56   </dc:title>
  <dc:subject/>
  <dc:creator>Astri Cornish</dc:creator>
  <cp:keywords/>
  <dc:description/>
  <cp:lastModifiedBy>Admin</cp:lastModifiedBy>
  <cp:revision>641</cp:revision>
  <cp:lastPrinted>2025-10-11T09:50:12Z</cp:lastPrinted>
  <dcterms:created xsi:type="dcterms:W3CDTF">2025-09-23T00:17:24Z</dcterms:created>
  <dcterms:modified xsi:type="dcterms:W3CDTF">2025-11-17T11:48:29Z</dcterms:modified>
  <cp:category/>
</cp:coreProperties>
</file>